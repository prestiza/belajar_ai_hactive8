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2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85CCD-ACBF-5319-20C1-FCB57B936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218275-3A09-C793-E803-0440E9E3B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5DE5E-4D50-43B0-834C-4E828E71A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F5D5A-AF80-402A-8D24-3B156B5BFDA2}" type="datetimeFigureOut">
              <a:rPr lang="en-MY" smtClean="0"/>
              <a:t>26/11/2025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B5EB5-E6FF-0599-7092-73AD7962C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C7576-99EC-414C-C1FB-B4885F11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DBDD-637B-4289-8BD6-B47CE22B6C5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2377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184A-B195-8406-7DD3-DADEAC47F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C750F-6427-80B2-4DF2-B439C0EA5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A7CB5-F2A6-D646-C230-7976254FA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F5D5A-AF80-402A-8D24-3B156B5BFDA2}" type="datetimeFigureOut">
              <a:rPr lang="en-MY" smtClean="0"/>
              <a:t>26/11/2025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44E7C-4919-27BB-CA82-E4D175F13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D7EE7-75C3-D071-BFC1-19035B8FA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DBDD-637B-4289-8BD6-B47CE22B6C5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1078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D7596-039C-6CE3-2C64-540A98BAA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0830C-B631-A140-ED74-9366E6C98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244A3-627B-EAD9-C78C-5EDADD2A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F5D5A-AF80-402A-8D24-3B156B5BFDA2}" type="datetimeFigureOut">
              <a:rPr lang="en-MY" smtClean="0"/>
              <a:t>26/11/2025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90800-41AC-32F3-AF00-4CC8A3549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A2F93-CCED-FBED-4D13-64D2547C5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DBDD-637B-4289-8BD6-B47CE22B6C5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5940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F3523-C605-478D-3448-EEF8D738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F01F-18C6-889E-DBB2-9E417F3885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9D6835-6AAD-E49F-9877-9D0FC723F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4F55D-BE7B-2866-EF17-CA81BC82F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F5D5A-AF80-402A-8D24-3B156B5BFDA2}" type="datetimeFigureOut">
              <a:rPr lang="en-MY" smtClean="0"/>
              <a:t>26/11/2025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624B2-B985-8746-08BB-5DC6BD241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5DEB6-46C9-94C4-ED11-FA6E75FE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DBDD-637B-4289-8BD6-B47CE22B6C5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9602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6EBE4-30A3-8034-C751-4895AF4F5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06B3E-9C63-2DE7-C0C3-ACE99450B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EB96A-9EB2-865D-4A18-0B9564B06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EDCA3C-FBE2-333F-8D67-E178B455B7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DC6AD9-668A-A437-E4A1-FDCF24B465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DFC2DD-2BB7-9F7B-24A5-74542B39D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F5D5A-AF80-402A-8D24-3B156B5BFDA2}" type="datetimeFigureOut">
              <a:rPr lang="en-MY" smtClean="0"/>
              <a:t>26/11/2025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FC5E5A-294D-A723-9E3C-D23FD81D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5256ED-7517-0224-31B7-594C4E0B8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DBDD-637B-4289-8BD6-B47CE22B6C5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37704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C6D19-85EC-B857-0E5B-E6FDBE00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FE9EA5-EFA4-2E36-EF4E-1ED12A09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F5D5A-AF80-402A-8D24-3B156B5BFDA2}" type="datetimeFigureOut">
              <a:rPr lang="en-MY" smtClean="0"/>
              <a:t>26/11/2025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8D9EA-0971-4683-666A-40C2C99A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912B7-AD2B-B634-D8EE-98ACD18E0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DBDD-637B-4289-8BD6-B47CE22B6C5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92838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76E3D5-0C83-9679-AC32-8A651E824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F5D5A-AF80-402A-8D24-3B156B5BFDA2}" type="datetimeFigureOut">
              <a:rPr lang="en-MY" smtClean="0"/>
              <a:t>26/11/2025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151A66-55C5-D434-6DD0-9214EEC80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01B49-B848-4B71-418A-01D7B7779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DBDD-637B-4289-8BD6-B47CE22B6C5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91072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B4E4E-943C-1F35-4204-0F8D36E01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21AA6-9A34-128F-8FF3-49C79A20B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88B26D-15A6-F717-9335-EB46DC0C2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BD42B-366F-F0CE-2868-7F622A045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F5D5A-AF80-402A-8D24-3B156B5BFDA2}" type="datetimeFigureOut">
              <a:rPr lang="en-MY" smtClean="0"/>
              <a:t>26/11/2025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4F935-14A9-8C74-9B74-618E50FC5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5DB00-3E1B-B61E-5735-7F74B677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DBDD-637B-4289-8BD6-B47CE22B6C5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68113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8687D-5CB2-5B42-DE3B-1051429C2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9FF2AD-87E4-E430-FB88-19A53FBC87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2B9C1E-2DCA-6EE2-1E60-CC1EEC270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1CC8A-C281-8311-556F-270D41360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F5D5A-AF80-402A-8D24-3B156B5BFDA2}" type="datetimeFigureOut">
              <a:rPr lang="en-MY" smtClean="0"/>
              <a:t>26/11/2025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7BAF8-64BE-309C-B396-070574CCD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E4463-E775-DE3B-6EE4-854A69A84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DBDD-637B-4289-8BD6-B47CE22B6C5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05058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B1EAE-1A69-E51B-1012-DBCB97066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6EDF42-148F-E348-8D59-975AB4745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24E41-443A-731A-4431-B809D99B5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F5D5A-AF80-402A-8D24-3B156B5BFDA2}" type="datetimeFigureOut">
              <a:rPr lang="en-MY" smtClean="0"/>
              <a:t>26/11/2025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03F55-3EB5-A8FB-A6FD-FFB2B696B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55B9B-A0C5-8372-2702-74E24D7E3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DBDD-637B-4289-8BD6-B47CE22B6C5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35405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CB933D-1FA0-DA6A-CB69-4DA17BF0D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BA2CD-7D36-2C69-7285-5D6D68BAC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69350-C49A-842D-BADF-BE1B9BF80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F5D5A-AF80-402A-8D24-3B156B5BFDA2}" type="datetimeFigureOut">
              <a:rPr lang="en-MY" smtClean="0"/>
              <a:t>26/11/2025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03467-1F97-2DCA-EA37-2CC2FD47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72E52-3EE9-4994-688F-EB8099DC9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EDBDD-637B-4289-8BD6-B47CE22B6C5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36496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7CC421-B175-FA79-C4DC-2C6AAE61D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D2A59-851D-155B-C410-8B190CD89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A7667-EB19-71DF-A837-0A5FDE080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F5D5A-AF80-402A-8D24-3B156B5BFDA2}" type="datetimeFigureOut">
              <a:rPr lang="en-MY" smtClean="0"/>
              <a:t>26/11/2025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DC7F9-FEED-46C9-DE09-C5CFF614C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F5B85-FFA7-2211-E5AA-D646BB7ECA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EDBDD-637B-4289-8BD6-B47CE22B6C5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52195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043A4-A7F9-3D95-FF16-F69BF5419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1C2A54-520A-ED5A-C684-BD05FF3F2916}"/>
              </a:ext>
            </a:extLst>
          </p:cNvPr>
          <p:cNvSpPr txBox="1"/>
          <p:nvPr/>
        </p:nvSpPr>
        <p:spPr>
          <a:xfrm>
            <a:off x="1190610" y="1709951"/>
            <a:ext cx="850628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 b="1" dirty="0"/>
              <a:t>TOOLS INI MERUPAKAN SIMULASI RAPORT SUATU KELAS</a:t>
            </a:r>
          </a:p>
          <a:p>
            <a:pPr marL="285750" indent="-285750">
              <a:buFontTx/>
              <a:buChar char="-"/>
            </a:pPr>
            <a:r>
              <a:rPr lang="en-MY" sz="2000" dirty="0"/>
              <a:t>AI MEMBANTU GURU UNTUK MEREVIEW KUALITAS ANAK DIDIK NYA DAN MASUKAN PERBAIKAN KEDEPAN</a:t>
            </a:r>
          </a:p>
          <a:p>
            <a:pPr marL="285750" indent="-285750">
              <a:buFontTx/>
              <a:buChar char="-"/>
            </a:pPr>
            <a:r>
              <a:rPr lang="en-MY" sz="2000" dirty="0"/>
              <a:t>AI MEMBANTU ORTU SISWA UNTUK MELIHAT NILAI DAN KUALITAS ANAK NYA DENGAN BASIS NILAI UJIAN DAN KUALITATIF REVIEW GURU</a:t>
            </a:r>
          </a:p>
        </p:txBody>
      </p:sp>
    </p:spTree>
    <p:extLst>
      <p:ext uri="{BB962C8B-B14F-4D97-AF65-F5344CB8AC3E}">
        <p14:creationId xmlns:p14="http://schemas.microsoft.com/office/powerpoint/2010/main" val="361129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CAB900-DC65-56D8-EF79-077F41CD7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805" y="1492134"/>
            <a:ext cx="6340389" cy="267485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600305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623435-9B9E-E049-4899-39F2A4B2B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216" y="0"/>
            <a:ext cx="7483488" cy="25986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55DE06-6088-F38A-0970-A074286B8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653" y="3209187"/>
            <a:ext cx="7544454" cy="2370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16B6F9-9EA1-3765-8390-520AA2845F47}"/>
              </a:ext>
            </a:extLst>
          </p:cNvPr>
          <p:cNvSpPr txBox="1"/>
          <p:nvPr/>
        </p:nvSpPr>
        <p:spPr>
          <a:xfrm>
            <a:off x="8893888" y="362816"/>
            <a:ext cx="29225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200" dirty="0"/>
              <a:t>Scenario : GURU</a:t>
            </a:r>
          </a:p>
        </p:txBody>
      </p:sp>
    </p:spTree>
    <p:extLst>
      <p:ext uri="{BB962C8B-B14F-4D97-AF65-F5344CB8AC3E}">
        <p14:creationId xmlns:p14="http://schemas.microsoft.com/office/powerpoint/2010/main" val="1807814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337D7-5368-7A7D-5CAF-E6DEDC73E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50B24DF-E857-BC93-8709-1CA48C632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36" y="506476"/>
            <a:ext cx="8618967" cy="58450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A40A00-A4F0-54A1-CE6B-D0500CC83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134" y="750322"/>
            <a:ext cx="7750212" cy="57231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0B33DE-0401-A063-D188-DCF37CEB62AD}"/>
              </a:ext>
            </a:extLst>
          </p:cNvPr>
          <p:cNvSpPr txBox="1"/>
          <p:nvPr/>
        </p:nvSpPr>
        <p:spPr>
          <a:xfrm>
            <a:off x="3556000" y="137144"/>
            <a:ext cx="5228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highlight>
                  <a:srgbClr val="FFFF00"/>
                </a:highlight>
              </a:rPr>
              <a:t>Auto analysis </a:t>
            </a:r>
            <a:r>
              <a:rPr lang="en-MY" dirty="0" err="1">
                <a:highlight>
                  <a:srgbClr val="FFFF00"/>
                </a:highlight>
              </a:rPr>
              <a:t>setelah</a:t>
            </a:r>
            <a:r>
              <a:rPr lang="en-MY" dirty="0">
                <a:highlight>
                  <a:srgbClr val="FFFF00"/>
                </a:highlight>
              </a:rPr>
              <a:t> upload Excel (</a:t>
            </a:r>
            <a:r>
              <a:rPr lang="en-MY" dirty="0" err="1">
                <a:highlight>
                  <a:srgbClr val="FFFF00"/>
                </a:highlight>
              </a:rPr>
              <a:t>khusus</a:t>
            </a:r>
            <a:r>
              <a:rPr lang="en-MY" dirty="0">
                <a:highlight>
                  <a:srgbClr val="FFFF00"/>
                </a:highlight>
              </a:rPr>
              <a:t> buat Guru)</a:t>
            </a:r>
          </a:p>
        </p:txBody>
      </p:sp>
    </p:spTree>
    <p:extLst>
      <p:ext uri="{BB962C8B-B14F-4D97-AF65-F5344CB8AC3E}">
        <p14:creationId xmlns:p14="http://schemas.microsoft.com/office/powerpoint/2010/main" val="2924089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BDD80-4F21-CB42-0445-6A7FB0BB4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E26F11-A4ED-CC9B-F0AF-57C5821B2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43" y="571242"/>
            <a:ext cx="5617558" cy="59593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C06BEE-0CAB-E3D8-DD94-89F781C65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446" y="691906"/>
            <a:ext cx="5930311" cy="56164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BFEE34-7D18-CA02-9E08-A11C650AFEF2}"/>
              </a:ext>
            </a:extLst>
          </p:cNvPr>
          <p:cNvSpPr txBox="1"/>
          <p:nvPr/>
        </p:nvSpPr>
        <p:spPr>
          <a:xfrm>
            <a:off x="1131078" y="142736"/>
            <a:ext cx="9710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MASUKAN BUAT GURU TERHADAP SISWA TERTENTU (SESUAI YANG DIMASUKKAN DI TOMBOL BAWAH)</a:t>
            </a:r>
          </a:p>
        </p:txBody>
      </p:sp>
    </p:spTree>
    <p:extLst>
      <p:ext uri="{BB962C8B-B14F-4D97-AF65-F5344CB8AC3E}">
        <p14:creationId xmlns:p14="http://schemas.microsoft.com/office/powerpoint/2010/main" val="2226296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6F387-DFC5-D125-69B5-441706923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58C1EE-F4B1-3973-1D7F-EC9FEFDB2E47}"/>
              </a:ext>
            </a:extLst>
          </p:cNvPr>
          <p:cNvSpPr txBox="1"/>
          <p:nvPr/>
        </p:nvSpPr>
        <p:spPr>
          <a:xfrm>
            <a:off x="8503920" y="325120"/>
            <a:ext cx="2990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SCENARIO ORANG TUA SISWA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4172DB-D194-5A3A-543B-AEDD7D814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" y="1280160"/>
            <a:ext cx="6035373" cy="19279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F95331-03D2-784B-4EC2-D74CF3E63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60" y="3576192"/>
            <a:ext cx="5503198" cy="19965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2D28B1-D222-4ACD-EBDC-36919B388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533" y="1280160"/>
            <a:ext cx="4900642" cy="21176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C7ADF5-BF2A-99F3-AEDA-FE721F5DB4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533" y="3987671"/>
            <a:ext cx="6013404" cy="199656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9C7E6E-279B-91C0-4302-8007FE4940D2}"/>
              </a:ext>
            </a:extLst>
          </p:cNvPr>
          <p:cNvCxnSpPr/>
          <p:nvPr/>
        </p:nvCxnSpPr>
        <p:spPr>
          <a:xfrm>
            <a:off x="3281846" y="2641600"/>
            <a:ext cx="0" cy="787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F3920C0-9A8D-A045-3ABA-6C12B0988059}"/>
              </a:ext>
            </a:extLst>
          </p:cNvPr>
          <p:cNvCxnSpPr>
            <a:cxnSpLocks/>
          </p:cNvCxnSpPr>
          <p:nvPr/>
        </p:nvCxnSpPr>
        <p:spPr>
          <a:xfrm flipV="1">
            <a:off x="4886960" y="2244143"/>
            <a:ext cx="1290320" cy="1819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B032E33-4A5F-8293-CC3A-7859ED913BF0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9306235" y="3204199"/>
            <a:ext cx="0" cy="783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057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80838-A68A-0485-BBF4-7AED42E9F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D4AC67-11F0-A4EC-3D99-9ABE363B7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084" y="731286"/>
            <a:ext cx="7757832" cy="53954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1ED360-D592-D53A-97E6-38E88BB231D2}"/>
              </a:ext>
            </a:extLst>
          </p:cNvPr>
          <p:cNvSpPr txBox="1"/>
          <p:nvPr/>
        </p:nvSpPr>
        <p:spPr>
          <a:xfrm>
            <a:off x="599440" y="4348480"/>
            <a:ext cx="2550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Masukkan nama </a:t>
            </a:r>
            <a:r>
              <a:rPr lang="en-MY" dirty="0" err="1"/>
              <a:t>anaknya</a:t>
            </a:r>
            <a:endParaRPr lang="en-MY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4542E7-B372-9924-0721-9DB71A5B464C}"/>
              </a:ext>
            </a:extLst>
          </p:cNvPr>
          <p:cNvCxnSpPr/>
          <p:nvPr/>
        </p:nvCxnSpPr>
        <p:spPr>
          <a:xfrm>
            <a:off x="1696720" y="5151120"/>
            <a:ext cx="802640" cy="314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8605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3DBCC-E8A9-622A-E78B-01E14394E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9099BF-FAAE-7F32-4432-EDA2FBE4E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37" y="1096781"/>
            <a:ext cx="5677223" cy="57612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202F2F-6450-9426-7EA2-BC6BAAC75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360" y="1515917"/>
            <a:ext cx="7125317" cy="53420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0BCFEF-0DA1-1DDF-AA07-A5B93E159D67}"/>
              </a:ext>
            </a:extLst>
          </p:cNvPr>
          <p:cNvSpPr txBox="1"/>
          <p:nvPr/>
        </p:nvSpPr>
        <p:spPr>
          <a:xfrm>
            <a:off x="904240" y="240882"/>
            <a:ext cx="1002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 err="1">
                <a:highlight>
                  <a:srgbClr val="FFFF00"/>
                </a:highlight>
              </a:rPr>
              <a:t>Masukan</a:t>
            </a:r>
            <a:r>
              <a:rPr lang="en-MY" dirty="0">
                <a:highlight>
                  <a:srgbClr val="FFFF00"/>
                </a:highlight>
              </a:rPr>
              <a:t> </a:t>
            </a:r>
            <a:r>
              <a:rPr lang="en-MY" dirty="0" err="1">
                <a:highlight>
                  <a:srgbClr val="FFFF00"/>
                </a:highlight>
              </a:rPr>
              <a:t>dari</a:t>
            </a:r>
            <a:r>
              <a:rPr lang="en-MY" dirty="0">
                <a:highlight>
                  <a:srgbClr val="FFFF00"/>
                </a:highlight>
              </a:rPr>
              <a:t> AI </a:t>
            </a:r>
            <a:r>
              <a:rPr lang="en-MY" b="1" dirty="0">
                <a:highlight>
                  <a:srgbClr val="FFFF00"/>
                </a:highlight>
              </a:rPr>
              <a:t>(acting as Guru) </a:t>
            </a:r>
            <a:r>
              <a:rPr lang="en-MY" dirty="0" err="1">
                <a:highlight>
                  <a:srgbClr val="FFFF00"/>
                </a:highlight>
              </a:rPr>
              <a:t>terhadap</a:t>
            </a:r>
            <a:r>
              <a:rPr lang="en-MY" dirty="0">
                <a:highlight>
                  <a:srgbClr val="FFFF00"/>
                </a:highlight>
              </a:rPr>
              <a:t> </a:t>
            </a:r>
            <a:r>
              <a:rPr lang="en-MY" dirty="0" err="1">
                <a:highlight>
                  <a:srgbClr val="FFFF00"/>
                </a:highlight>
              </a:rPr>
              <a:t>kualitas</a:t>
            </a:r>
            <a:r>
              <a:rPr lang="en-MY" dirty="0">
                <a:highlight>
                  <a:srgbClr val="FFFF00"/>
                </a:highlight>
              </a:rPr>
              <a:t> dan </a:t>
            </a:r>
            <a:r>
              <a:rPr lang="en-MY" dirty="0" err="1">
                <a:highlight>
                  <a:srgbClr val="FFFF00"/>
                </a:highlight>
              </a:rPr>
              <a:t>nilai</a:t>
            </a:r>
            <a:r>
              <a:rPr lang="en-MY" dirty="0">
                <a:highlight>
                  <a:srgbClr val="FFFF00"/>
                </a:highlight>
              </a:rPr>
              <a:t> </a:t>
            </a:r>
            <a:r>
              <a:rPr lang="en-MY" dirty="0" err="1">
                <a:highlight>
                  <a:srgbClr val="FFFF00"/>
                </a:highlight>
              </a:rPr>
              <a:t>anak</a:t>
            </a:r>
            <a:r>
              <a:rPr lang="en-MY" dirty="0">
                <a:highlight>
                  <a:srgbClr val="FFFF00"/>
                </a:highlight>
              </a:rPr>
              <a:t> orang </a:t>
            </a:r>
            <a:r>
              <a:rPr lang="en-MY" dirty="0" err="1">
                <a:highlight>
                  <a:srgbClr val="FFFF00"/>
                </a:highlight>
              </a:rPr>
              <a:t>tua</a:t>
            </a:r>
            <a:r>
              <a:rPr lang="en-MY" dirty="0">
                <a:highlight>
                  <a:srgbClr val="FFFF00"/>
                </a:highlight>
              </a:rPr>
              <a:t> </a:t>
            </a:r>
            <a:r>
              <a:rPr lang="en-MY" dirty="0" err="1">
                <a:highlight>
                  <a:srgbClr val="FFFF00"/>
                </a:highlight>
              </a:rPr>
              <a:t>tersebut</a:t>
            </a:r>
            <a:r>
              <a:rPr lang="en-MY" dirty="0">
                <a:highlight>
                  <a:srgbClr val="FFFF00"/>
                </a:highlight>
              </a:rPr>
              <a:t> </a:t>
            </a:r>
            <a:r>
              <a:rPr lang="en-MY" dirty="0" err="1">
                <a:highlight>
                  <a:srgbClr val="FFFF00"/>
                </a:highlight>
              </a:rPr>
              <a:t>termasuk</a:t>
            </a:r>
            <a:r>
              <a:rPr lang="en-MY" dirty="0">
                <a:highlight>
                  <a:srgbClr val="FFFF00"/>
                </a:highlight>
              </a:rPr>
              <a:t> </a:t>
            </a:r>
            <a:r>
              <a:rPr lang="en-MY" dirty="0" err="1">
                <a:highlight>
                  <a:srgbClr val="FFFF00"/>
                </a:highlight>
              </a:rPr>
              <a:t>hal-hal</a:t>
            </a:r>
            <a:r>
              <a:rPr lang="en-MY" dirty="0">
                <a:highlight>
                  <a:srgbClr val="FFFF00"/>
                </a:highlight>
              </a:rPr>
              <a:t> </a:t>
            </a:r>
            <a:r>
              <a:rPr lang="en-MY" dirty="0" err="1">
                <a:highlight>
                  <a:srgbClr val="FFFF00"/>
                </a:highlight>
              </a:rPr>
              <a:t>untuk</a:t>
            </a:r>
            <a:r>
              <a:rPr lang="en-MY" dirty="0">
                <a:highlight>
                  <a:srgbClr val="FFFF00"/>
                </a:highlight>
              </a:rPr>
              <a:t> </a:t>
            </a:r>
            <a:r>
              <a:rPr lang="en-MY" dirty="0" err="1">
                <a:highlight>
                  <a:srgbClr val="FFFF00"/>
                </a:highlight>
              </a:rPr>
              <a:t>mengimprove</a:t>
            </a:r>
            <a:r>
              <a:rPr lang="en-MY" dirty="0">
                <a:highlight>
                  <a:srgbClr val="FFFF00"/>
                </a:highlight>
              </a:rPr>
              <a:t> </a:t>
            </a:r>
            <a:r>
              <a:rPr lang="en-MY" dirty="0" err="1">
                <a:highlight>
                  <a:srgbClr val="FFFF00"/>
                </a:highlight>
              </a:rPr>
              <a:t>anaknya</a:t>
            </a:r>
            <a:r>
              <a:rPr lang="en-MY" dirty="0">
                <a:highlight>
                  <a:srgbClr val="FFFF00"/>
                </a:highlight>
              </a:rPr>
              <a:t> </a:t>
            </a:r>
            <a:r>
              <a:rPr lang="en-MY" dirty="0" err="1">
                <a:highlight>
                  <a:srgbClr val="FFFF00"/>
                </a:highlight>
              </a:rPr>
              <a:t>ke</a:t>
            </a:r>
            <a:r>
              <a:rPr lang="en-MY" dirty="0">
                <a:highlight>
                  <a:srgbClr val="FFFF00"/>
                </a:highlight>
              </a:rPr>
              <a:t> </a:t>
            </a:r>
            <a:r>
              <a:rPr lang="en-MY" dirty="0" err="1">
                <a:highlight>
                  <a:srgbClr val="FFFF00"/>
                </a:highlight>
              </a:rPr>
              <a:t>depan</a:t>
            </a:r>
            <a:endParaRPr lang="en-MY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03496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56D2F-CD2E-C71C-A123-818DD1D70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C3C3D3-E85D-AB8B-2974-29857C785216}"/>
              </a:ext>
            </a:extLst>
          </p:cNvPr>
          <p:cNvSpPr txBox="1"/>
          <p:nvPr/>
        </p:nvSpPr>
        <p:spPr>
          <a:xfrm>
            <a:off x="508000" y="701040"/>
            <a:ext cx="1173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RAW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4BFB58-A55E-EFA0-D8F7-B9E828A9D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0" y="1633220"/>
            <a:ext cx="969154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069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98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Prestiza Alfin</dc:creator>
  <cp:lastModifiedBy>Prestiza Alfin</cp:lastModifiedBy>
  <cp:revision>1</cp:revision>
  <dcterms:created xsi:type="dcterms:W3CDTF">2025-11-25T20:12:44Z</dcterms:created>
  <dcterms:modified xsi:type="dcterms:W3CDTF">2025-11-25T20:32:16Z</dcterms:modified>
</cp:coreProperties>
</file>